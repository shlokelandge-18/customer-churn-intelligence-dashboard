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DATA SCIENCE &amp; MACHINE LEARNING PROJECT</a:t>
            </a:r>
          </a:p>
          <a:p>
            <a:pPr>
              <a:spcAft>
                <a:spcPts val="1600"/>
              </a:spcAft>
              <a:defRPr sz="4000" b="1">
                <a:solidFill>
                  <a:srgbClr val="FFFFFF"/>
                </a:solidFill>
              </a:defRPr>
            </a:pPr>
            <a:r>
              <a:t>Customer Churn Prediction &amp;</a:t>
            </a:r>
            <a:br/>
            <a:r>
              <a:t>Risk Intelligence System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An end-to-end lightweight pipeline for real-time attrition risk scoring &amp; proactive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Presenter: Shlok  |  Technology: Python, Scikit-Learn, Pandas,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 &amp; Business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1. The Attrition Dilemma</a:t>
            </a:r>
            <a:br/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Acquiring new customers is 5x to 7x more costly than retaining existing ones.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Revenue loss accumulates exponentially with recurring subscription models.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Customer churn happens silently before formal cancellation.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2. Traditional Shortcomings</a:t>
            </a:r>
            <a:br/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Reactive outreach occurs after customer requests account termination.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Manual rule heuristics fail to capture non-linear multidimensional indicators.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Resource-heavy ML models are slow, expensive, and unsuited for lightweight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EEF6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3. Proposed AI System</a:t>
            </a:r>
            <a:br/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Lightweight Pipeline: Scikit-learn based, sub-second execution on standard CPU.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Real-Time Risk Scoring: Generates continuous probability &amp; categorical risk tiers.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Prescriptive Retention: Suggests personalized retention tactics to save high-risk accounts.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Dataset Features &amp;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Dataset Characteristics</a:t>
            </a:r>
            <a:br/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Total Sample Size: 1,200 Customer Profiles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Target Variable: Churn (1 = Churned, 0 = Retained)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Class Balance: 33.2% Positive Churn Rate (Reflects industry distribution)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Train / Test Split: 80% Training (960 rows) / 20% Test (240 rows)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Stratification: Preserves identical class ratio in train and test splits to prevent evaluation skew.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Feature Hierarchy</a:t>
            </a:r>
            <a:br/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Demographic: Age (18 - 70)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Tenure &amp; Contract: TenureMonths (1 - 72 mos), Contract (Month-to-month, 1-yr, 2-yr)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Services Active: InternetService (Fiber optic, DSL, None), TechSupport, OnlineSecurity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Billing &amp; Payment: MonthlyCharges, TotalCharges, PaperlessBilling, PaymentMethod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Preprocessing: StandardScaler for numeric metrics + OneHotEncoder(drop='first') for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EVALUATION &amp;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Machine Learning Model Benchmarking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Algorithm 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Logistic Regression ★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Linear Probabilistic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76.7%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A5E9"/>
                          </a:solidFill>
                        </a:defRPr>
                      </a:pPr>
                      <a:r>
                        <a:t>0.797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Ensemble Bagging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Ensemble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72.9%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Why Logistic Regression Emerged as the Champion: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Superior Discrimination: Highest ROC-AUC (0.797) demonstrates best ranking ability across all risk thresholds.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Calibrated Probabilities: Directly outputs mathematically sound posterior log-odds, ideal for risk-tier segmentation.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High Efficiency &amp; No Overfitting: Robust generalization without parameter bloat; serializes to &lt; 50 KB.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MODEL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Performance Visualizations &amp; Diagnostics</a:t>
            </a:r>
          </a:p>
        </p:txBody>
      </p:sp>
      <p:pic>
        <p:nvPicPr>
          <p:cNvPr id="4" name="Picture 3" descr="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7026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Diagnostic Highlights</a:t>
            </a:r>
            <a:br/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F1 vs ROC-AUC: Logistic Regression balances precision and false positives better than tree models.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Confusion Matrix: Successfully isolates true churners while keeping False Positives low (71.4% precision).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ROC Curves: Substantial area above diagonal (AUC 0.797) proves resilient discrimination.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Key Drivers: Month-to-Month contracts &amp; low tenure are the strongest statistical drivers of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BUSINESS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Actionable Retention Intelligence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66534"/>
                </a:solidFill>
              </a:defRPr>
            </a:pPr>
            <a:r>
              <a:t>🟢 LOW RISK</a:t>
            </a:r>
            <a:br/>
            <a:r>
              <a:t>(&lt; 35% Probability)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Typical Profile: 2-Year Contract, High Tenure (&gt; 24 mos), Active Tech Support.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Business Action: Maintain standard cadence.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Loyalty perks, referral reward programs, quarterly newsletters.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Zero intervention budget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EFCE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16207"/>
                </a:solidFill>
              </a:defRPr>
            </a:pPr>
            <a:r>
              <a:t>🟡 MODERATE RISK</a:t>
            </a:r>
            <a:br/>
            <a:r>
              <a:t>(35% - 65% Probability)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Typical Profile: 1-Year contract, mid-range tenure (6-18 mos), fluctuating charges.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Business Action: Automated proactive check-in.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Offer free feature onboarding, tech support trial, or contract renewal discount.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Low-cost preventative nudges.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991B1B"/>
                </a:solidFill>
              </a:defRPr>
            </a:pPr>
            <a:r>
              <a:t>🔴 HIGH RISK</a:t>
            </a:r>
            <a:br/>
            <a:r>
              <a:t>(&gt; 65% Probability)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Typical Profile: Month-to-month, new user (&lt; 4 mos), high charges, no support.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Business Action: Immediate human intervention.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Dedicated Customer Success call.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Contract upgrade discount (e.g. 20% off for 1-year commitment).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High ROI retention spend.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Interactive Deployment &amp; 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Full Stack Deployment Architecture</a:t>
            </a:r>
            <a:br/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⚡ Lightweight Flask Microservice: Serves prediction API endpoint (`/predict_api`) with sub-50ms latency.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🎨 Modern Interactive UI: Responsive frontend built with HTML5/CSS3 and asynchronous Fetch API.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🔒 Zero External Network Dependency: Operates completely offline without cloud API keys, GPU instances, or subscription tokens.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📦 Joblib Model Pipeline: Stores preprocessor + champion estimator in a single self-contained artifact (`best_model.joblib`).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🚀 Scalability Ready: Easily wrappered into Docker, FastAPI, or AWS Lambda for high-volume enterprise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Key Project Achievements</a:t>
            </a:r>
            <a:br/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Executed full end-to-end data science lifecycle in under 2 seconds.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Achieved 0.797 ROC-AUC with interpretable linear probabilistic modeling.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Built multi-tier risk classification engine linked directly to business strategies.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Implemented real-time web dashboard for interactive stakeholder demonstrations.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Future Enhancements</a:t>
            </a:r>
            <a:br/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➔ Time-Series Tracking: Monitor customer usage trajectory over weekly rolling windows.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➔ Survival Analysis: Predict precise time-to-churn (Cox Proportional Hazards model).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➔ Automated CRM Integration: Direct webhook triggers into HubSpot or Salesforce.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➔ SHAP Explanations: Add per-customer local feature attribution plots.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